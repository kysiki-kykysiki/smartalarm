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76" y="-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8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72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30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07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93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22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86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23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72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82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4A0E-6A22-4F11-99E5-27D8D094F034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7A4F3-A047-4E3B-AEB9-3C549897BB53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12192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9151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9D30D-26C7-4264-B99D-10713949C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250" y="2416175"/>
            <a:ext cx="10363200" cy="1470025"/>
          </a:xfrm>
        </p:spPr>
        <p:txBody>
          <a:bodyPr/>
          <a:lstStyle/>
          <a:p>
            <a:r>
              <a:rPr lang="ru-RU" dirty="0"/>
              <a:t>Умная сигнализация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D419C-5ED0-4CA9-827C-FB4FE3824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87450" y="4375150"/>
            <a:ext cx="8534400" cy="1752600"/>
          </a:xfrm>
        </p:spPr>
        <p:txBody>
          <a:bodyPr/>
          <a:lstStyle/>
          <a:p>
            <a:r>
              <a:rPr lang="ru-RU" dirty="0"/>
              <a:t>Проект подготовил: Иванов Иван</a:t>
            </a:r>
          </a:p>
          <a:p>
            <a:r>
              <a:rPr lang="ru-RU" dirty="0"/>
              <a:t>Преподаватель: Вебер К.О</a:t>
            </a:r>
          </a:p>
        </p:txBody>
      </p:sp>
    </p:spTree>
    <p:extLst>
      <p:ext uri="{BB962C8B-B14F-4D97-AF65-F5344CB8AC3E}">
        <p14:creationId xmlns:p14="http://schemas.microsoft.com/office/powerpoint/2010/main" val="336972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D3845-5A8A-4D15-BEE0-E378E4FDA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проекта «Умная сигнализация»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AE9075-221B-441C-8EC3-D84F1C89D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814" y="1437457"/>
            <a:ext cx="8386285" cy="5042669"/>
          </a:xfrm>
        </p:spPr>
      </p:pic>
    </p:spTree>
    <p:extLst>
      <p:ext uri="{BB962C8B-B14F-4D97-AF65-F5344CB8AC3E}">
        <p14:creationId xmlns:p14="http://schemas.microsoft.com/office/powerpoint/2010/main" val="322459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7214-DE3B-4DD6-A1B6-2B920C50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«Умной сигнализации»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A67E8E8-C2CB-4C5E-AE66-1AC427CC0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878" y="1417639"/>
            <a:ext cx="3463984" cy="1801812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BB4B81-FA12-4973-9C40-B2A68E01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39" y="4700775"/>
            <a:ext cx="1329316" cy="15818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656B6D-8F25-4979-B194-8ADBBE455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862" y="3308826"/>
            <a:ext cx="2199107" cy="15818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4A5865-93E4-430A-8C5E-B8496F105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639" y="1282700"/>
            <a:ext cx="2501439" cy="2717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A402183-8BB2-4ABC-B0A9-9F7C8324B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61069" y="3887366"/>
            <a:ext cx="1079437" cy="1249134"/>
          </a:xfrm>
          <a:prstGeom prst="rect">
            <a:avLst/>
          </a:prstGeom>
        </p:spPr>
      </p:pic>
      <p:sp>
        <p:nvSpPr>
          <p:cNvPr id="14" name="Прямоугольник: скругленные противолежащие углы 13">
            <a:extLst>
              <a:ext uri="{FF2B5EF4-FFF2-40B4-BE49-F238E27FC236}">
                <a16:creationId xmlns:a16="http://schemas.microsoft.com/office/drawing/2014/main" id="{E0377308-9F6E-42C8-AEEA-D42A33A620BB}"/>
              </a:ext>
            </a:extLst>
          </p:cNvPr>
          <p:cNvSpPr/>
          <p:nvPr/>
        </p:nvSpPr>
        <p:spPr>
          <a:xfrm>
            <a:off x="4362450" y="1366282"/>
            <a:ext cx="2114550" cy="1143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LCD_I2C – </a:t>
            </a:r>
            <a:r>
              <a:rPr lang="ru-RU" dirty="0"/>
              <a:t>вывод информации о работе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0643176-E548-40C2-B69E-8AE10D4DF897}"/>
              </a:ext>
            </a:extLst>
          </p:cNvPr>
          <p:cNvCxnSpPr>
            <a:stCxn id="14" idx="2"/>
            <a:endCxn id="5" idx="3"/>
          </p:cNvCxnSpPr>
          <p:nvPr/>
        </p:nvCxnSpPr>
        <p:spPr>
          <a:xfrm flipH="1">
            <a:off x="3896862" y="1937782"/>
            <a:ext cx="465588" cy="380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рямоугольник: скругленные противолежащие углы 16">
            <a:extLst>
              <a:ext uri="{FF2B5EF4-FFF2-40B4-BE49-F238E27FC236}">
                <a16:creationId xmlns:a16="http://schemas.microsoft.com/office/drawing/2014/main" id="{FE0CF8F2-B402-452D-B7BF-ABD87A6093C9}"/>
              </a:ext>
            </a:extLst>
          </p:cNvPr>
          <p:cNvSpPr/>
          <p:nvPr/>
        </p:nvSpPr>
        <p:spPr>
          <a:xfrm>
            <a:off x="9537639" y="4225493"/>
            <a:ext cx="2114550" cy="1143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Button(</a:t>
            </a:r>
            <a:r>
              <a:rPr lang="ru-RU" dirty="0"/>
              <a:t>кнопка</a:t>
            </a:r>
            <a:r>
              <a:rPr lang="en-US" dirty="0"/>
              <a:t>)– </a:t>
            </a:r>
            <a:r>
              <a:rPr lang="ru-RU" dirty="0"/>
              <a:t>переводит схему в режим ручного управления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94856071-E4B7-42F3-A2D2-91AE374CFCD1}"/>
              </a:ext>
            </a:extLst>
          </p:cNvPr>
          <p:cNvCxnSpPr>
            <a:stCxn id="17" idx="2"/>
            <a:endCxn id="9" idx="3"/>
          </p:cNvCxnSpPr>
          <p:nvPr/>
        </p:nvCxnSpPr>
        <p:spPr>
          <a:xfrm flipH="1" flipV="1">
            <a:off x="9037969" y="4099769"/>
            <a:ext cx="499670" cy="69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34B5F2FA-CCBF-4682-97B6-9A771E129EB5}"/>
              </a:ext>
            </a:extLst>
          </p:cNvPr>
          <p:cNvSpPr/>
          <p:nvPr/>
        </p:nvSpPr>
        <p:spPr>
          <a:xfrm>
            <a:off x="7058025" y="1323131"/>
            <a:ext cx="2114550" cy="1143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PIR Motion Sensor(</a:t>
            </a:r>
            <a:r>
              <a:rPr lang="ru-RU" sz="1600" dirty="0"/>
              <a:t>датчик движения</a:t>
            </a:r>
            <a:r>
              <a:rPr lang="en-US" sz="1600" dirty="0"/>
              <a:t>)</a:t>
            </a:r>
            <a:r>
              <a:rPr lang="ru-RU" sz="1600" dirty="0"/>
              <a:t> – засекает движения</a:t>
            </a:r>
          </a:p>
        </p:txBody>
      </p:sp>
      <p:sp>
        <p:nvSpPr>
          <p:cNvPr id="21" name="Прямоугольник: скругленные противолежащие углы 20">
            <a:extLst>
              <a:ext uri="{FF2B5EF4-FFF2-40B4-BE49-F238E27FC236}">
                <a16:creationId xmlns:a16="http://schemas.microsoft.com/office/drawing/2014/main" id="{454FD5AA-282C-4287-AA9E-3C09F1BDFDB7}"/>
              </a:ext>
            </a:extLst>
          </p:cNvPr>
          <p:cNvSpPr/>
          <p:nvPr/>
        </p:nvSpPr>
        <p:spPr>
          <a:xfrm>
            <a:off x="2749639" y="3528268"/>
            <a:ext cx="2114550" cy="1143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Buzzer</a:t>
            </a:r>
            <a:r>
              <a:rPr lang="ru-RU" dirty="0"/>
              <a:t>(пищалка</a:t>
            </a:r>
            <a:r>
              <a:rPr lang="en-US" dirty="0"/>
              <a:t>)</a:t>
            </a:r>
            <a:r>
              <a:rPr lang="ru-RU" dirty="0"/>
              <a:t> – сигнал тревоги 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464AFB4-E803-42D9-856C-FD1E412A87E8}"/>
              </a:ext>
            </a:extLst>
          </p:cNvPr>
          <p:cNvCxnSpPr>
            <a:stCxn id="20" idx="0"/>
            <a:endCxn id="11" idx="1"/>
          </p:cNvCxnSpPr>
          <p:nvPr/>
        </p:nvCxnSpPr>
        <p:spPr>
          <a:xfrm>
            <a:off x="9172575" y="1894631"/>
            <a:ext cx="365064" cy="746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E94A962-01DC-4E05-A018-778A31944F81}"/>
              </a:ext>
            </a:extLst>
          </p:cNvPr>
          <p:cNvCxnSpPr>
            <a:cxnSpLocks/>
            <a:stCxn id="21" idx="2"/>
            <a:endCxn id="13" idx="1"/>
          </p:cNvCxnSpPr>
          <p:nvPr/>
        </p:nvCxnSpPr>
        <p:spPr>
          <a:xfrm flipH="1">
            <a:off x="2040506" y="4099768"/>
            <a:ext cx="709133" cy="412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D6736741-3DDC-4DE5-B54A-08F0DBB69408}"/>
              </a:ext>
            </a:extLst>
          </p:cNvPr>
          <p:cNvSpPr/>
          <p:nvPr/>
        </p:nvSpPr>
        <p:spPr>
          <a:xfrm>
            <a:off x="2299783" y="5368493"/>
            <a:ext cx="2114550" cy="1143000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LED(</a:t>
            </a:r>
            <a:r>
              <a:rPr lang="ru-RU" sz="1600" dirty="0"/>
              <a:t>светодиод</a:t>
            </a:r>
            <a:r>
              <a:rPr lang="en-US" sz="1600" dirty="0"/>
              <a:t>)</a:t>
            </a:r>
            <a:r>
              <a:rPr lang="ru-RU" sz="1600" dirty="0"/>
              <a:t> – освещение помещения/сигнал тревоги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9E2DDC2C-2797-4A03-83D3-28E6BF167FAF}"/>
              </a:ext>
            </a:extLst>
          </p:cNvPr>
          <p:cNvCxnSpPr>
            <a:stCxn id="26" idx="0"/>
            <a:endCxn id="7" idx="1"/>
          </p:cNvCxnSpPr>
          <p:nvPr/>
        </p:nvCxnSpPr>
        <p:spPr>
          <a:xfrm flipV="1">
            <a:off x="4414333" y="5491718"/>
            <a:ext cx="938806" cy="448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09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7214-DE3B-4DD6-A1B6-2B920C50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проекта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114BAA-ED7E-484F-A3A8-FBBB4F105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1176000" cy="253364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Итоговый проект на </a:t>
            </a:r>
            <a:r>
              <a:rPr lang="ru-RU" dirty="0" err="1"/>
              <a:t>Arduino</a:t>
            </a:r>
            <a:r>
              <a:rPr lang="ru-RU" dirty="0"/>
              <a:t>. Устройство охраняет вход: реагирует на </a:t>
            </a:r>
            <a:r>
              <a:rPr lang="ru-RU" dirty="0" err="1"/>
              <a:t>движени</a:t>
            </a:r>
            <a:r>
              <a:rPr lang="ru-RU" dirty="0"/>
              <a:t>, включает свет и тревогу при частом движении. Копка переводит систему в ручной режим, позволяя вручную, на некоторое время, включать свет.</a:t>
            </a:r>
          </a:p>
          <a:p>
            <a:endParaRPr lang="ru-RU" dirty="0"/>
          </a:p>
          <a:p>
            <a:r>
              <a:rPr lang="ru-RU" dirty="0"/>
              <a:t>*КАК РАЗРАБАТЫВАЛ, КАКИЕ «ИНТЕЛЕКТУАЛЬНЫЕ» ФУНКЦИИ РЕАЛИЗОВАЛ*(СОСТОЯНИЯ)</a:t>
            </a:r>
          </a:p>
        </p:txBody>
      </p:sp>
    </p:spTree>
    <p:extLst>
      <p:ext uri="{BB962C8B-B14F-4D97-AF65-F5344CB8AC3E}">
        <p14:creationId xmlns:p14="http://schemas.microsoft.com/office/powerpoint/2010/main" val="18516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7214-DE3B-4DD6-A1B6-2B920C50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Функции/модули проекта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60DEE0-CF7E-48DF-8177-60C52D032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061" y="1193800"/>
            <a:ext cx="4506939" cy="5593228"/>
          </a:xfrm>
        </p:spPr>
      </p:pic>
    </p:spTree>
    <p:extLst>
      <p:ext uri="{BB962C8B-B14F-4D97-AF65-F5344CB8AC3E}">
        <p14:creationId xmlns:p14="http://schemas.microsoft.com/office/powerpoint/2010/main" val="25663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7214-DE3B-4DD6-A1B6-2B920C50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Идеи по доработки/улучшения.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77CC62-4BCD-4A9E-A3B4-8467D25F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добавить терморезистор, который будет проверять помещение на наличие пожара.</a:t>
            </a:r>
          </a:p>
          <a:p>
            <a:r>
              <a:rPr lang="ru-RU" dirty="0"/>
              <a:t>Можно добавить датчик газа, который будет проверять помещения на утечку газа.</a:t>
            </a:r>
          </a:p>
        </p:txBody>
      </p:sp>
    </p:spTree>
    <p:extLst>
      <p:ext uri="{BB962C8B-B14F-4D97-AF65-F5344CB8AC3E}">
        <p14:creationId xmlns:p14="http://schemas.microsoft.com/office/powerpoint/2010/main" val="411978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7214-DE3B-4DD6-A1B6-2B920C50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57488"/>
            <a:ext cx="10972800" cy="1143000"/>
          </a:xfrm>
        </p:spPr>
        <p:txBody>
          <a:bodyPr>
            <a:normAutofit/>
          </a:bodyPr>
          <a:lstStyle/>
          <a:p>
            <a:r>
              <a:rPr lang="ru-RU" sz="6000" dirty="0"/>
              <a:t>Спасибо за внимание</a:t>
            </a:r>
          </a:p>
        </p:txBody>
      </p:sp>
      <p:sp>
        <p:nvSpPr>
          <p:cNvPr id="6" name="AutoShape 2" descr="Нашивка Strike &quot;Внимание. Спасибо за внимание&quot; купить в ...">
            <a:extLst>
              <a:ext uri="{FF2B5EF4-FFF2-40B4-BE49-F238E27FC236}">
                <a16:creationId xmlns:a16="http://schemas.microsoft.com/office/drawing/2014/main" id="{E85706F0-39E4-430E-A2C4-886496FC46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333192"/>
      </p:ext>
    </p:extLst>
  </p:cSld>
  <p:clrMapOvr>
    <a:masterClrMapping/>
  </p:clrMapOvr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TM02474572[[fn=Медицинский шаблон оформления]]</Template>
  <TotalTime>17</TotalTime>
  <Words>160</Words>
  <Application>Microsoft Office PowerPoint</Application>
  <PresentationFormat>Широкоэкранный</PresentationFormat>
  <Paragraphs>19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La mente</vt:lpstr>
      <vt:lpstr>Умная сигнализация</vt:lpstr>
      <vt:lpstr>Схема проекта «Умная сигнализация»</vt:lpstr>
      <vt:lpstr>Компоненты «Умной сигнализации»</vt:lpstr>
      <vt:lpstr>Разработка проекта</vt:lpstr>
      <vt:lpstr>Функции/модули проекта</vt:lpstr>
      <vt:lpstr>Идеи по доработки/улучшения.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Умная сигнализация</dc:title>
  <dc:creator>kys6.kykys6@gmail.com</dc:creator>
  <cp:lastModifiedBy>kys6.kykys6@gmail.com</cp:lastModifiedBy>
  <cp:revision>2</cp:revision>
  <dcterms:created xsi:type="dcterms:W3CDTF">2026-06-24T10:34:08Z</dcterms:created>
  <dcterms:modified xsi:type="dcterms:W3CDTF">2026-06-24T10:51:33Z</dcterms:modified>
</cp:coreProperties>
</file>